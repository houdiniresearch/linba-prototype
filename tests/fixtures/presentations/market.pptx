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Şirket sayısı</c:v>
                </c:pt>
              </c:strCache>
            </c:strRef>
          </c:tx>
          <c:spPr>
            <a:solidFill>
              <a:srgbClr val="BBA2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5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Erişilen şirket</c:v>
                  </c:pt>
                  <c:pt idx="1">
                    <c:v>Görüşme yapılan şirket</c:v>
                  </c:pt>
                  <c:pt idx="2">
                    <c:v>Pilot başlatan şirket</c:v>
                  </c:pt>
                  <c:pt idx="3">
                    <c:v>Ücretli müşteriye dönüşen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2500</c:v>
                </c:pt>
                <c:pt idx="1">
                  <c:v>250</c:v>
                </c:pt>
                <c:pt idx="2">
                  <c:v>100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5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F5F5F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0"/>
          <c:min val="0"/>
        </c:scaling>
        <c:delete val="0"/>
        <c:axPos val="b"/>
        <c:majorGridlines>
          <c:spPr>
            <a:ln w="6350" cap="flat">
              <a:solidFill>
                <a:srgbClr val="3436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2B4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214"/>
        </a:solidFill>
        <a:ln w="12700" cap="flat">
          <a:solidFill>
            <a:srgbClr val="111214"/>
          </a:solidFill>
        </a:ln>
        <a:effectLst/>
      </c:spPr>
    </c:plotArea>
    <c:plotVisOnly val="1"/>
    <c:dispBlanksAs val="span"/>
  </c:chart>
  <c:spPr>
    <a:solidFill>
      <a:srgbClr val="111214"/>
    </a:solidFill>
    <a:ln w="12700" cap="flat">
      <a:solidFill>
        <a:srgbClr val="111214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Kurgusal bir B2B destek yazılımı vakası üzerinden pazar sınırlarını, segment önceliğini ve ilk müşteri hedefini inceleyeceğiz.
Kaynaklar: https://www.sba.gov/counseling/plan-your-business/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sektör adının tek başına hedef pazar tanımı olmadığını vurgula. Kullanıcı, karar verici ve hizmet verilebilen alanı ayrı sor.
Kaynaklar: https://www.sba.gov/counseling/plan-your-business/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120 şirketin 6.000 içindeki ilk yıl hedefi olduğunu açıkla. TAM ile SOM'u toplama. Fiyatın ve şirket sayılarının yalnızca örnek varsayım olduğunu belirt.
Kaynaklar: https://www.sba.gov/counseling/plan-your-business/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büyük müşterinin her zaman ilk müşteri olmadığını tartıştır. Sorunun sıklığı, erişim ve hizmet sunabilme kapasitesini birlikte ele al.
Kaynaklar: https://www.sba.gov/counseling/plan-your-business/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Kurgusal ürün adları veya doğrulanmamış fiyatlar kullanmadan alternatifleri işlevlerine göre karşılaştır. Doğrudan rakibin yanında dolaylı alternatifi de sor.
Kaynaklar: https://www.sba.gov/counseling/plan-your-business/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aşamanın bir öncekinin alt kümesi olduğunu göster. 30 müşteriye ulaşmak için hangi oranların gerçekleşmesi gerektiğini katılımcılara hesaplat.
Kaynaklar: https://www.sba.gov/counseling/plan-your-business/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pazar raporunun sayısını doğrudan satış potansiyeli kabul etme. İlk müşteri planını gerçek erişim ve kapasite kayıtlarıyla sınamayı vurgula.
Kaynaklar: https://www.sba.gov/counseling/plan-your-business/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Katılımcılardan kendi ürünleri için ilk araştıracakları segmenti ve bu kararı değiştirecek bir bulguyu yazmalarını iste.
Kaynaklar: https://www.sba.gov/counseling/plan-your-business/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pic>
        <p:nvPicPr>
          <p:cNvPr id="4" name="Image 1" descr="/Users/houdini/Desktop/Linba Vol_2/public/showcase/market-analysis-cov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67728" y="0"/>
            <a:ext cx="5230368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713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BA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Girişimcilik atölyesi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94360" y="1828800"/>
            <a:ext cx="6309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Analizi</a:t>
            </a:r>
            <a:endParaRPr lang="en-US" sz="5800" dirty="0"/>
          </a:p>
        </p:txBody>
      </p:sp>
      <p:sp>
        <p:nvSpPr>
          <p:cNvPr id="7" name="Text 3"/>
          <p:cNvSpPr/>
          <p:nvPr/>
        </p:nvSpPr>
        <p:spPr>
          <a:xfrm>
            <a:off x="658368" y="4498848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 büyüklüğünden ilk müşteri segmentine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658368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LİNBA · Örnek sunum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Pazarın sınırını tanımla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Ürün: destek taleplerini tek yerde takip eden bir B2B yazılımı.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35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0332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Sınır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 vakadaki seçim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Doğrulanacak nokta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Müşteri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10–50 kişilik destek ekipleri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Talep hacmi ve tekrar eden iş yükü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Coğrafya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İlk aşamada Türkiye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Satış ve hizmet sunma kapasitesi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Satın alma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Ekip yöneticisi ve operasyon sorumlusu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Karar süreci ve mevcut bütçe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58368" y="58155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Kurgusal vaka: kapsam bir araştırma varsayımıdır, doğrulanmış pazar verisi değildir.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TAM, SAM ve SOM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pazarı üç farklı kapsamda düşünmek.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35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0332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Kapsam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Müşteri sayısı varsayımı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Yıllık gelir karşılığı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 · toplam ilgili pazar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20.000 şirket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 milyon TL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 · hizmet verebildiğimiz alan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şirket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 milyon TL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 · ilk yıl müşteri hedefi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şirket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2,16 milyon TL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58368" y="58155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Tamamı kurgusal varsayımdır. Örnek hesap: şirket sayısı × 18.000 TL yıllık ücret. SOM, kapasite ve satış planıyla ayrıca sınanmalıdır.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müşteri segmentini seç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Pazarın tamamına aynı anda ulaşmaya çalışmak yerine karşılaştırılabilir bir karar ver.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35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0332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İhtiyaç ve erişim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Öncelik gerekçesi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E-ticaret destek ekipleri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Yoğun talepler, erişilebilir ekip yöneticileri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İlk görüşmeler için odak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Büyük kurumsal çağrı merkezleri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Yüksek hacim, uzun entegrasyon süreci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Daha sonraki araştırma grubu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 kişilik işletmeler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Daha düşük hacim, farklı bütçe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 vaka için öncelik dışı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58368" y="58155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segment değerlendirmesi; saha görüşmeleriyle doğrulanmalıdır.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Rakipler ve bugünkü alternatifler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Müşterinin bugün işi nasıl tamamladığını da rekabet analizine dahil et.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35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0332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Alternatif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Müşteriye sunduğu değer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Araştıracağımız sınır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Genel amaçlı destek yazılımı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Hazır takip ve ekip iş akışları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Kurulum ve kullanım karmaşıklığı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E-posta ve hesap tablosu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Bilinen araçlar, düşük geçiş ihtiyacı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Talep sayısı arttığında takip yükü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Dışarıdan operasyon desteği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İşi ekip dışında tamamlama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Maliyet ve bilgi aktarımı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30 müşteri için satış varsayımı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yıl hedefi: 120 müşteri. İlk çeyrek için örnek bir erişim hesabı.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423160"/>
          <a:ext cx="107899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58368" y="58155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Kurgusal satış hunisi. Oranlar tahmin değil, test edilecek plan varsayımlarıdır; ilk yıl hedefi bu sonuçla doğrulanmış sayılmaz.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Varsayımları verilerle sınamak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kritik sayının kaynağını ve onu değiştirecek gözlemi yaz.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35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0332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Varsayım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Araştırma yolu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BBA2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Kararı etkileyen bulgu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şirkete hizmet verebiliriz.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Şirket listesi ve segment taraması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Hedef tanımına gerçekten uyan şirket sayısı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için ihtiyaç yeterince güçlü.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Müşteri görüşmesi ve pilot daveti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Pilotun başlayıp başlamaması ve kullanılan iş akışı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Satış planı kapasiteyle uyumlu.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İlk görüşmeler ve satış süresi kaydı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Görüşme sayısı, dönüşüm ve ekip kapasitesi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2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436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Analizin sonunda verilecek karar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85800" y="2057400"/>
            <a:ext cx="10881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BA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araştırma odağımız: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BA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10–50 kişilik e-ticaret destek ekipleri.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43891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bu segmentin talep takibini incele. Pilot talebini ölç. Satış varsayımını gözlemle güncelle.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58368" y="58155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2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Atölye çıktısı: bir segment seçimi, kaynakları belirtilmiş pazar hesabı ve ilk müşteri denemesi.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LİNBA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Pazar Analizi</dc:title>
  <dc:subject>Örnek atölye ve kurgusal gösterim verileri</dc:subject>
  <dc:creator>LİNBA</dc:creator>
  <cp:lastModifiedBy>LİNBA</cp:lastModifiedBy>
  <cp:revision>1</cp:revision>
  <dcterms:created xsi:type="dcterms:W3CDTF">2026-10-20T23:22:21Z</dcterms:created>
  <dcterms:modified xsi:type="dcterms:W3CDTF">2026-10-20T23:22:21Z</dcterms:modified>
</cp:coreProperties>
</file>