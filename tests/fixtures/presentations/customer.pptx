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Görüşme sayısı</c:v>
                </c:pt>
              </c:strCache>
            </c:strRef>
          </c:tx>
          <c:spPr>
            <a:solidFill>
              <a:srgbClr val="A409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23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Notları farklı dosyalarda tutma</c:v>
                  </c:pt>
                  <c:pt idx="1">
                    <c:v>Haftalık birleştirme işi</c:v>
                  </c:pt>
                  <c:pt idx="2">
                    <c:v>Takip edilemeyen müşteri isteği</c:v>
                  </c:pt>
                  <c:pt idx="3">
                    <c:v>Yeni bir araç için bütçe araştırma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523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2523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E0DF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atölyede bir fikri anlatmak yerine müşterinin son yaşadığı durumu inceleyeceğiz. Katılımcılardan kendi ürünleri için bir müşteri problemi seçmelerini iste.
Kaynaklar: https://www.ycombinator.com/blog/practical-design-user-observation/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satırda görüşün yerine hangi davranışı gözlemleyebileceğimizi tartış. Katılımcıların bir ifadeyi hemen talep kanıtı kabul etmesini engelle.
Kaynaklar: https://www.ycombinator.com/blog/practical-design-user-observation/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gönüllüyle iki soruyu sırayla dene. İkinci sorunun hangi ayrıntıları açığa çıkardığını sor. Notları katılımcının kendi kelimeleriyle al.
Kaynaklar: https://www.ycombinator.com/blog/practical-design-user-observation/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cümlesini çözümün adını kullanmadan kurdur. Kimin, hangi durumda, hangi işi yaparken zorlandığını ve bunun sonucunu ayır.
Kaynaklar: https://www.ycombinator.com/blog/practical-design-user-observation/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konunun sık geçmesini genellenebilir pazar oranı olarak yorumlama. Benzer davranışları grupla, farklı müşteri gruplarını ayrı tut.
Kaynaklar: https://www.ycombinator.com/blog/practical-design-user-observation/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Katılımcılardan tek bir varsayım seçmelerini iste. Sonuç olumsuz çıkarsa neyi değiştireceklerini denemeden önce tanımlasınlar.
Kaynaklar: https://www.ycombinator.com/blog/practical-design-user-observation/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Ürün rakiplerini listelemeden önce müşterinin bugün yaptığı işi sor. Hiçbir şey yapmamanın da bir alternatif olduğunu açıklat.
Kaynaklar: https://www.ycombinator.com/blog/practical-design-user-observation/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katılımcı bir sonraki görüşmede soracağı ilk soruyu paylaşsın. Açık uçlu soruya gelen yanıtları birlikte okuyarak kapanış yap.
Kaynaklar: https://www.ycombinator.com/blog/practical-design-user-observation/
Sayısal vaka verileri ve katılımcı alıntıları bu örnek atölye için kurgulanmıştır. Kapak görseli LİNBA için yapay zekâ ile üretilmiştir.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pic>
        <p:nvPicPr>
          <p:cNvPr id="4" name="Image 1" descr="/Users/houdini/Desktop/Linba Vol_2/public/showcase/customer-research-cov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67728" y="0"/>
            <a:ext cx="5230368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7132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0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 araştırması atölyesi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94360" y="1828800"/>
            <a:ext cx="6309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Müşteriyi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Anlamak</a:t>
            </a:r>
            <a:endParaRPr lang="en-US" sz="5800" dirty="0"/>
          </a:p>
        </p:txBody>
      </p:sp>
      <p:sp>
        <p:nvSpPr>
          <p:cNvPr id="7" name="Text 3"/>
          <p:cNvSpPr/>
          <p:nvPr/>
        </p:nvSpPr>
        <p:spPr>
          <a:xfrm>
            <a:off x="658368" y="4498848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Daha iyi sorularla gerçek ihtiyaçları keşfetmek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658368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LİNBA · Örnek sunum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Varsayım ve kanıt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fikre verilen olumlu tepki, satın alma davranışıyla aynı şey değildir.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03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Duyduğumuz ifade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Henüz bilmediğimiz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Arayacağımız kanıt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‘Böyle bir araç güzel olur.’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ne kadar sık yaşanıyor?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 yaşanan olay ve iş akışı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‘Ekibimiz çok zaman kaybediyor.’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Hangi işte, ne kadar?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Somut bir işin süresi ve etkisi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‘Buna bütçe ayırabiliriz.’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Kararı kim, nasıl veriyor?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Benzer bir satın almanın hikâyesi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Geçmiş davranışı sor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Görüşme, ürününü onaylatmak için değil müşterinin dünyasını anlamak içindir.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715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Yönlendiren soru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Daha iyi bir soru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uygulamayı kullanır mıydın?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işi en son nasıl yaptın?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Otomasyon size zaman kazandırır mı?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 seferde en çok nerede zorlandın?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Aylık ödeme yapar mıydın?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 problem için daha önce ne denedin?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 problemini somutlaştır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86384" y="2121408"/>
            <a:ext cx="10469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‘Her cuma farklı dosyalardaki müşteri notlarını birleştiriyorum. Geçen hafta bir isteği gözden kaçırdık.’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86384" y="468172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40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Bağlam: haftalık takip  ·  Davranış: dosyaları birleştirmek  ·  Etki: kaçan müşteri isteği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Kurgusal müşteri görüşmesinden örnek alıntı.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Görüşme notlarında örüntü ara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müşteri grubuyla yapılan 8 kurgusal görüşmenin özeti.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423160"/>
          <a:ext cx="107899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atölye verileri. Sayılar 8 görüşmede konuyu dile getiren kişi sayısıdır; pazar oranı değildir.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haftalık doğrulama denemesi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Denemeden önce hangi gözlemin kararını değiştireceğini yaz.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03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Varsayım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Deneme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Karar için aranan gözlem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Haftalık takip işi önemli bir yük.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Aynı segmentten 5 kişiyle son iş akışını incele.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Tekrarlayan iş ve somut bir kayıp anlatılıyor mu?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 yerde takip etmek işe yarar.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ekiple basit bir takip tablosu dene.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bir hafta boyunca kendiliğinden kullanıyor mu?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Sorun için kaynak ayrılıyor.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Mevcut çözümün satın alma sürecini sor.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Karar sahibi, ayrılan süre ve bütçe netleşiyor mu?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Bunlar bu vaka için tasarlanmış örnek deneylerdir; evrensel başarı eşikleri değildir.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alternatifi anlamak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399032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Rakip her zaman başka bir yazılım değildir.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03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Mevcut alternatif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Neden tercih ediliyor?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409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Değişmenin maliyeti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Paylaşılan hesap tablosu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Herkes biliyor, hemen açılıyor.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Eski notları taşımak ve alışkanlığı değiştirmek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E-posta ve mesajlaşma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Ekibin mevcut iletişim kanalı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Sohbetten düzenli takibe geçmek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İşi ertelemek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Sorun henüz öncelikli görünmüyor.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523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Başka bir işe ayrılan zaman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146304" marB="128016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oudini/Desktop/Linba Vol_2/output/showcase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91656"/>
            <a:ext cx="822960" cy="251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0" y="6409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53035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sonraki müşteri görüşmen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85800" y="2057400"/>
            <a:ext cx="10881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40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Görüşmeden bir övgüyle değil, yeni bir ayrıntıyla çık.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43891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5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müşteri seç. Son yaşadığı durumu sor. Kararını değiştirecek kanıtı not et.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58368" y="58155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Atölye çıktısı: bir problem cümlesi, üç görüşme sorusu ve bir deneme planı.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LİNBA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Müşteriyi Anlamak</dc:title>
  <dc:subject>Örnek atölye ve kurgusal gösterim verileri</dc:subject>
  <dc:creator>LİNBA</dc:creator>
  <cp:lastModifiedBy>LİNBA</cp:lastModifiedBy>
  <cp:revision>1</cp:revision>
  <dcterms:created xsi:type="dcterms:W3CDTF">2026-10-20T23:22:15Z</dcterms:created>
  <dcterms:modified xsi:type="dcterms:W3CDTF">2026-10-20T23:22:15Z</dcterms:modified>
</cp:coreProperties>
</file>